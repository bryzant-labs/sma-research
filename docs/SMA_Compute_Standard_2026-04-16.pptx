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4FC3F7"/>
                </a:solidFill>
                <a:latin typeface="Arial"/>
              </a:rPr>
              <a:t>SMA Compute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4F6F8"/>
                </a:solidFill>
                <a:latin typeface="Arial"/>
              </a:rPr>
              <a:t>Orchestration Over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A4AE"/>
                </a:solidFill>
                <a:latin typeface="Arial"/>
              </a:rPr>
              <a:t>2026-04-16 · Bryzant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A4AE"/>
                </a:solidFill>
                <a:latin typeface="Arial"/>
              </a:rPr>
              <a:t>Standing rule: we stop fighting Google on model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A4AE"/>
                </a:solidFill>
                <a:latin typeface="Arial"/>
              </a:rPr>
              <a:t>We beat them on SMA biology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FC3F7"/>
                </a:solidFill>
                <a:latin typeface="Arial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4F6F8"/>
                </a:solidFill>
                <a:latin typeface="Arial"/>
              </a:rPr>
              <a:t>Training SMA-specific foundation models is the wrong fight.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B74D"/>
                </a:solidFill>
                <a:latin typeface="Arial"/>
              </a:rPr>
              <a:t>❌ What we refused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4F6F8"/>
                </a:solidFill>
                <a:latin typeface="Arial"/>
              </a:rPr>
              <a:t>SMA-Boltz fine-tune — 50k labeled Ki
   needed, data-starved
NMJ-RFdiffusion — only ~20-50 NMJ
   PDB structures exist globally
SMA-GenMol — ~20 strict rescue
   compounds = deep NN overfits
SMA-ProtT5 — borderline, LoRA maybe,
   low ROI vs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66BB6A"/>
                </a:solidFill>
                <a:latin typeface="Arial"/>
              </a:rPr>
              <a:t>✅ What we built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6517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4F6F8"/>
                </a:solidFill>
                <a:latin typeface="Arial"/>
              </a:rPr>
              <a:t>CORTEX constraint extractor — residue-
   pair priors from evidence graph
SMA-Score ranker — GradientBoosting over
   RDKit + Tanimoto to 15 positives
ChEMBL Ki calibration — 22,626-row
   linear regression iptm → nM Ki
Auto-score cron — self-perpetuating
   GenMol → ranker → Boltz-2 →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FC3F7"/>
                </a:solidFill>
                <a:latin typeface="Arial"/>
              </a:rPr>
              <a:t>Model × Compute Compatibility (what runs where)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1097280"/>
                <a:gridCol w="1188720"/>
                <a:gridCol w="1554480"/>
                <a:gridCol w="2468880"/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NIM Free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H100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Vast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GB10 Spark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B2C"/>
                          </a:solidFill>
                          <a:latin typeface="Arial"/>
                        </a:rPr>
                        <a:t>TPU (JAX)</a:t>
                      </a:r>
                    </a:p>
                  </a:txBody>
                  <a:tcPr>
                    <a:solidFill>
                      <a:srgbClr val="4FC3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MolMIM / GenMol / ProteinMPNN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Boltz-2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 iptm proxy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DiffDock / RFdiffusion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partial/none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ColabFold (AF2)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 native JAX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AlphaFold3 (gated)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gated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NIM gated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gated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 native JAX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ProtT5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 Google-native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Chai-1 / Boltz / ESMFold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 CUDA only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ADMET-AI / PocketXMol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Proteina-Complexa (backlog)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 PyTorch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Proteina monomer (backlog)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52435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OpenFold2 NIM (backlog)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NGC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✅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4F6F8"/>
                          </a:solidFill>
                          <a:latin typeface="Arial"/>
                        </a:rPr>
                        <a:t>❌</a:t>
                      </a:r>
                    </a:p>
                  </a:txBody>
                  <a:tcPr>
                    <a:solidFill>
                      <a:srgbClr val="1A2C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FC3F7"/>
                </a:solidFill>
                <a:latin typeface="Arial"/>
              </a:rPr>
              <a:t>The Orchestration Layer — 3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0A4AE"/>
                </a:solidFill>
                <a:latin typeface="Arial"/>
              </a:rPr>
              <a:t>Each layer injects SMA-specific signal into generic-model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6BB6A"/>
                </a:solidFill>
                <a:latin typeface="Arial"/>
              </a:rPr>
              <a:t>1. CORTEX constraint extractor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4F6F8"/>
                </a:solidFill>
                <a:latin typeface="Arial"/>
              </a:rPr>
              <a:t>Pulls residue-pair contacts from evidence graph → AF2-compatible distance priors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0A4AE"/>
                </a:solidFill>
                <a:latin typeface="Arial"/>
              </a:rPr>
              <a:t>Input: CORTEX claims  →  Output: 5 NMJ constraint CSVs, 15 contacts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6BB6A"/>
                </a:solidFill>
                <a:latin typeface="Arial"/>
              </a:rPr>
              <a:t>2. SMA-Score ranker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4F6F8"/>
                </a:solidFill>
                <a:latin typeface="Arial"/>
              </a:rPr>
              <a:t>GradientBoosting classifier over RDKit descriptors + Tanimoto to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0A4AE"/>
                </a:solidFill>
                <a:latin typeface="Arial"/>
              </a:rPr>
              <a:t>Input: 15 literature positives + 500 ChEMBL negatives  →  Output: 518 GenMol ranked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6BB6A"/>
                </a:solidFill>
                <a:latin typeface="Arial"/>
              </a:rPr>
              <a:t>3. ChEMBL Ki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4F6F8"/>
                </a:solidFill>
                <a:latin typeface="Arial"/>
              </a:rPr>
              <a:t>Linear regression fitted to iptm vs literature 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0A4AE"/>
                </a:solidFill>
                <a:latin typeface="Arial"/>
              </a:rPr>
              <a:t>Input: 22,626 ChEMBL rows  →  Output: nM affinity estimates (pending)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FC3F7"/>
                </a:solidFill>
                <a:latin typeface="Arial"/>
              </a:rPr>
              <a:t>Self-Perpetuating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0A4AE"/>
                </a:solidFill>
                <a:latin typeface="Arial"/>
              </a:rPr>
              <a:t>Every GenMol output auto-triggers scoring. Every score feeds back. Compounding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4F6F8"/>
                </a:solidFill>
                <a:latin typeface="Arial"/>
              </a:rPr>
              <a:t>USER queues SMA campaign
          ↓
GenMol generates compounds  (HostedNIM free tier, 4-key async, 200 concurrent)
          ↓
Auto-score cron (every 15 min)
          ↓
SMA-Score ranker  →  top-20
          ↓
Queue top-20 × 3 kinases  →  Boltz-2 iptm selectivity matrix grows
          ↓
ChEMBL Ki calibration  →  nM affinity estimates
          ↓
Simon-ready ranked compound table
          ↓
CORTEX writeback  →  next cycle's ranker gets sharper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A4AE"/>
                </a:solidFill>
                <a:latin typeface="Arial"/>
              </a:rPr>
              <a:t>Parallel on TPU when ACTIVE: ColabFold + CORTEX constraints → NMJ subcomplex atomic models · ProtT5 on SMA proteome → off-target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FC3F7"/>
                </a:solidFill>
                <a:latin typeface="Arial"/>
              </a:rPr>
              <a:t>Why This Is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4F6F8"/>
                </a:solidFill>
                <a:latin typeface="Arial"/>
              </a:rPr>
              <a:t>▸  CORTEX →  priors into inference  (not into weights)
        Our knowledge graph shapes every fold, every score, every rank.
▸  22,626 ChEMBL rows →  calibration layer  (not a 500k-row fine-tune)
        Public data + a linear fit captures 80% of what fine-tuning would deliver.
▸  15 literature positives →  lightweight ranker  (not a deep NN)
        Tiny honest data &gt; big overfitted model. ROC-AUC is modest on purpose.
▸  5 compute tiers →  routed by task-type compatibility  (not one tier + fallbacks)
        Hosted NIM free tier for volume. H100 for self-hosted NIM containers.
        Vast for CUDA batch jobs. TPU for JAX-only workloads. GB10 Spark for local.
▸  3 backlog NVIDIA NIMs (Proteina-Complexa / Proteina / OpenFold2) queued, not forgotten.
        Integration when H100-two idles OR GB10 arrives.
The generic models (Boltz-2, GenMol, AF3, ColabFold) stay generic.
We OWN the SMA-specific scoring / constraint / ranking layer on top.
That layer compounds every time a new compound flows through it.
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